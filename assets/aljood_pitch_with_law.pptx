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صدر المرسوم الاتحادي رقم (2) لسنة 2026 في يناير 2026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يُلزم المدارس بتنظيم الوصول الرقمي وحماية بيانات الطلاب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يشترط توثيق هوية المستخدمين وضبط صلاحيات الوصول بدقة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يُوجب توفير أدوات رقابة لأولياء الأمور على النشاط الرقمي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يُلزم بالإبلاغ عن أي اختراق لخصوصية البيانات الرقمية للطفل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SA" dirty="0" b="1" sz="3000">
                <a:solidFill>
                  <a:srgbClr val="C9A84C"/>
                </a:solidFill>
                <a:latin typeface="Noto Sans Arabic"/>
                <a:ea typeface="Noto Sans Arabic"/>
              </a:rPr>
              <a:t>السياق الوطني: قانون سلامة الطفل الرقمي</a:t>
            </a:r>
          </a:p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en-US" dirty="0" sz="1800">
                <a:solidFill>
                  <a:srgbClr val="BBBBBB"/>
                </a:solidFill>
                <a:latin typeface="Calibri"/>
              </a:rPr>
              <a:t>National Context: UAE Child Digital Safety Law — Federal Decree No. 2 /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نظام صلاحيات متعدد المستويات: مدير، معلم، إداري، مديرة، ولي أمر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بيانات الطلاب محمية محلياً — لا تُرفع لخوادم خارجية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لوحة رقابة خاصة بمديرة المدرسة لمتابعة الأنشطة الرقمية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بوابة أولياء الأمور (قريباً) — اطلاع على بيانات أبنائهم فقط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امتثال تام لاشتراطات المرسوم الاتحادي رقم (2) لسنة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SA" dirty="0" b="1" sz="3000">
                <a:solidFill>
                  <a:srgbClr val="C9A84C"/>
                </a:solidFill>
                <a:latin typeface="Noto Sans Arabic"/>
                <a:ea typeface="Noto Sans Arabic"/>
              </a:rPr>
              <a:t>بوابة مدرسة الجود وقانون الطفل الرقمي</a:t>
            </a:r>
          </a:p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en-US" dirty="0" sz="1800">
                <a:solidFill>
                  <a:srgbClr val="BBBBBB"/>
                </a:solidFill>
                <a:latin typeface="Calibri"/>
              </a:rPr>
              <a:t>Al Jood Portal Alignment with Child Digital Safety Law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